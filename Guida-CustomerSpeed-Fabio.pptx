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28016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CUSTOMERSPEED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Guida rapida all'uso del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97763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E7E7FB"/>
                </a:solidFill>
                <a:latin typeface="Arial"/>
              </a:rPr>
              <a:t>Il tuo strumento per gestire lead, pipeline e clienti — passo per passo.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CDCEF7"/>
                </a:solidFill>
                <a:latin typeface="Arial"/>
              </a:rPr>
              <a:t>Preparata per Fabio · accesso riservato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INDICE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Cosa trovi in questa guida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Accesso e primo login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La schermata principale e la navigazione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Dashboard: i numeri chiave a colpo d'occhio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Lead: elenco, creazione e scheda di dettaglio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Pipeline: la board kanban e gli stati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Appuntamenti, esportazione dati e impostazioni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•  Privacy, cookie e sicurezza (reCAPTCHA)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Suggerimento: l'interfaccia è in italiano e funziona su computer, tablet e telefono.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PRIMO PASSO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Accedere a CustomerSpeed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Apri il browser e vai all'indirizzo del tuo spazio riservato:</a:t>
            </a:r>
          </a:p>
          <a:p>
            <a:pPr algn="l" lvl="1">
              <a:lnSpc>
                <a:spcPct val="108000"/>
              </a:lnSpc>
              <a:spcAft>
                <a:spcPts val="900"/>
              </a:spcAft>
            </a:pPr>
            <a:r>
              <a:rPr sz="1700" b="1" i="0">
                <a:solidFill>
                  <a:srgbClr val="4338CA"/>
                </a:solidFill>
                <a:latin typeface="Arial"/>
              </a:rPr>
              <a:t>–  https://customer-speed.vercel.app/login?org=fabio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Inserisci Email e Password che ti sono state fornite, poi premi “Accedi”.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Hai dimenticato la password? Usa “Password dimenticata?” per riceverne una nuova via email.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Per uscire in sicurezza usa “Esci” dal menu in alto quando hai finito.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Importante: usa sempre il link con ?org=fabio — è ciò che ti porta nel TUO spazio.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ACCESSO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Le tue credenziali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10607040" cy="246888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645920"/>
            <a:ext cx="63500" cy="24688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874519"/>
            <a:ext cx="9875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1" i="0">
                <a:solidFill>
                  <a:srgbClr val="1E1B4B"/>
                </a:solidFill>
                <a:latin typeface="Arial"/>
              </a:rPr>
              <a:t>Indirizzo:  https://customer-speed.vercel.app/login?org=fabio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0" i="0">
                <a:solidFill>
                  <a:srgbClr val="33333D"/>
                </a:solidFill>
                <a:latin typeface="Arial"/>
              </a:rPr>
              <a:t>Email:  _______________________________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0" i="0">
                <a:solidFill>
                  <a:srgbClr val="33333D"/>
                </a:solidFill>
                <a:latin typeface="Arial"/>
              </a:rPr>
              <a:t>Password:  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Conserva queste credenziali in un luogo sicuro e non condividerle.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Alla prima occasione, cambia la password con una personale e robusta.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ORIENTARSI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La schermata principale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5166360" cy="4480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4338CA"/>
                </a:solidFill>
                <a:latin typeface="Arial"/>
              </a:rPr>
              <a:t>Il menu laterale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Dashboard — riepilogo e numeri chiave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Pipeline — la board dei tuoi lead per stato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Lead — l'elenco completo dei contatti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Appuntamenti — la tua agenda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Impostazioni — preferenze e aspetto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166360" cy="4480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4338CA"/>
                </a:solidFill>
                <a:latin typeface="Arial"/>
              </a:rPr>
              <a:t>Comandi utili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Tema chiaro / scuro — interruttore in alto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Su telefono il menu si chiude e si apre con l'icona ☰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Il nome in alto a destra apre il menu profilo e “Esci”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Tutto è navigabile anche da tastiera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PANORAMICA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Dashboard: i numeri a colpo d'occhio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È la prima pagina dopo il login. Mostra lo stato del tuo lavoro in sintesi: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Quanti lead hai in totale e quanti attivi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Lead vinti e persi (conversioni)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Distribuzione dei lead nei vari stati della pipeline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Valore economico generato (fatturato dai lead vinti)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I numeri si aggiornano da soli man mano che crei lead e li sposti tra gli stati.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I Lead: l'elenco dei contatti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La sezione “Lead” raccoglie tutti i tuoi contatti in una tabella ordinata.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Cerca un nominativo con la barra di ricerca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Filtra per Provenienza (come ti è arrivato il contatto) e per stato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Vedi a colpo d'occhio nome, contatto, stato e provenienza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Clicca su una riga per aprire la scheda completa del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Creare un nuovo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Premi “Nuovo lead” e compila i dati principali: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Nome e cognome, email e telefono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Provenienza del contatto (es. passaparola, sito, campagna)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Capitale: puoi indicare una fascia oppure l'importo esatto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Salva: il nuovo lead entra subito nella pipeline nel primo stato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I campi obbligatori sono segnalati; se manca qualcosa il sistema te lo indica prima di salvare.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La scheda di dettaglio del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5166360" cy="4480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4338CA"/>
                </a:solidFill>
                <a:latin typeface="Arial"/>
              </a:rPr>
              <a:t>Sintesi e dati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In alto la “Sintesi”: stato, provenienza, capitale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Anagrafica e contatti del lead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Capitale come fascia o come importo preciso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Cambia lo stato direttamente dalla scheda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166360" cy="4480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4338CA"/>
                </a:solidFill>
                <a:latin typeface="Arial"/>
              </a:rPr>
              <a:t>Colonna “Attività”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Al centro le note/attività in ordine di tempo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Aggiungi una nota per ogni contatto o avanzamento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Tieni la storia del rapporto in un unico posto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33333D"/>
                </a:solidFill>
                <a:latin typeface="Arial"/>
              </a:rPr>
              <a:t>•  Utile per ricordare il prossimo passo da fare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La Pipeline (board kanban)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Mostra i lead come schede, raccolte in colonne per stato.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Trascina una scheda da una colonna all'altra per cambiare stato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Clicca una scheda per aprire il dettaglio del lead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Filtra per Provenienza per concentrarti su un canale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Gli stati “Vinta” e “Persa” chiudono il percorso del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In alternativa al trascinamento col mouse, puoi cambiare stato anche dalla scheda di dettaglio.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Personalizzare gli stati della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Da “Configurazione pipeline” decidi come lavora la tua board: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Mostra o nascondi i singoli stati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Riordina la sequenza degli stati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Gli stati finali (Vinta / Persa) restano in fondo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Imposta la pipeline una volta come preferisci: la userai così ogni giorno.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Appuntamenti e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La sezione “Appuntamenti” raccoglie gli incontri collegati ai tuoi lead.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Vedi gli appuntamenti e filtrali per stato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Ogni appuntamento è collegato al lead di riferimento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Ti aiuta a non perdere i prossimi contatti in agenda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L'integrazione con calendari esterni (es. Google) è disattivata in questa configurazione.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DATI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Esportare i tuoi dati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Puoi portare i tuoi lead fuori dal CRM quando ti serve: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Esporta in Excel (XLSX) per analisi o archivio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Esporta in JSON per usi tecnici o backup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Trovi l'esportazione nel menu azioni (⋯) dell'elenco lead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IMPOSTAZIONI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Impostazioni e aspetto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Dalla sezione “Impostazioni” gestisci le preferenze del tuo spazio: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Aspetto &amp; brand: colori e personalizzazione visiva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Integrazioni: connessioni a servizi esterni (se previste)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Tema chiaro/scuro selezionabile in ogni momento dall'alto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109728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Arial"/>
              </a:rPr>
              <a:t>SICUREZZA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1E1B4B"/>
                </a:solidFill>
                <a:latin typeface="Arial"/>
              </a:rPr>
              <a:t>Privacy, cookie e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CustomerSpeed · Guida rapida per Fabio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 i="0">
                <a:solidFill>
                  <a:srgbClr val="6B7080"/>
                </a:solidFill>
                <a:latin typeface="Arial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CustomerSpeed è pensato nel rispetto del GDPR: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Banner cookie con scelta libera (accetta / rifiuta / preferenze)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I tuoi dati sono isolati: vedi solo i lead del tuo spazio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Le pagine di accesso sono protette da Google reCAPTCHA contro gli abusi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0" i="0">
                <a:solidFill>
                  <a:srgbClr val="33333D"/>
                </a:solidFill>
                <a:latin typeface="Arial"/>
              </a:rPr>
              <a:t>•  Se un accesso sembra sospetto, può comparire un breve controllo “Non sono un robot”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532120"/>
            <a:ext cx="10607040" cy="713232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50800" cy="71323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14416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1">
                <a:solidFill>
                  <a:srgbClr val="1E1B4B"/>
                </a:solidFill>
                <a:latin typeface="Arial"/>
              </a:rPr>
              <a:t>Il controllo anti-robot è normale: serve a proteggere il tuo account.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CDCEF7"/>
                </a:solidFill>
                <a:latin typeface="Arial"/>
              </a:rPr>
              <a:t>In sintesi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Il tuo flusso di lavoro quotidiano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424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Accedi dal tuo link riservato (?org=fabio)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Controlla la Dashboard per la situazione del giorno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Inserisci i nuovi lead e tienili aggiornati con le note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Sposta i lead nella Pipeline man mano che avanzano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Esporta i dati quando ti serve un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1">
                <a:solidFill>
                  <a:srgbClr val="E7E7FB"/>
                </a:solidFill>
                <a:latin typeface="Arial"/>
              </a:rPr>
              <a:t>Buon lavoro con CustomerSpeed.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